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sldIdLst>
    <p:sldId id="256" r:id="rId2"/>
    <p:sldId id="259" r:id="rId3"/>
    <p:sldId id="269" r:id="rId4"/>
    <p:sldId id="277" r:id="rId5"/>
    <p:sldId id="279" r:id="rId6"/>
    <p:sldId id="280" r:id="rId7"/>
    <p:sldId id="287" r:id="rId8"/>
    <p:sldId id="286" r:id="rId9"/>
    <p:sldId id="288" r:id="rId10"/>
    <p:sldId id="282" r:id="rId11"/>
    <p:sldId id="284" r:id="rId12"/>
    <p:sldId id="275" r:id="rId13"/>
    <p:sldId id="278" r:id="rId14"/>
    <p:sldId id="295" r:id="rId15"/>
    <p:sldId id="285" r:id="rId16"/>
    <p:sldId id="296" r:id="rId17"/>
    <p:sldId id="297" r:id="rId18"/>
    <p:sldId id="294" r:id="rId19"/>
    <p:sldId id="270" r:id="rId20"/>
    <p:sldId id="289" r:id="rId21"/>
    <p:sldId id="290" r:id="rId22"/>
    <p:sldId id="291" r:id="rId23"/>
    <p:sldId id="266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3557" autoAdjust="0"/>
  </p:normalViewPr>
  <p:slideViewPr>
    <p:cSldViewPr snapToGrid="0">
      <p:cViewPr>
        <p:scale>
          <a:sx n="75" d="100"/>
          <a:sy n="75" d="100"/>
        </p:scale>
        <p:origin x="54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0A361B-C055-430D-9C5B-2B973F95EE16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247776-6052-47D7-837C-56D2EC10F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120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247776-6052-47D7-837C-56D2EC10F97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5996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 name is </a:t>
            </a:r>
            <a:r>
              <a:rPr lang="en-US" b="1" dirty="0"/>
              <a:t>Ammara Akhtar</a:t>
            </a:r>
            <a:r>
              <a:rPr lang="en-US" dirty="0"/>
              <a:t>. I am currently in the </a:t>
            </a:r>
            <a:r>
              <a:rPr lang="en-US" b="1" dirty="0"/>
              <a:t>7th semester of BS in Computer Science</a:t>
            </a:r>
            <a:r>
              <a:rPr lang="en-US" dirty="0"/>
              <a:t> at </a:t>
            </a:r>
            <a:r>
              <a:rPr lang="en-US" b="1" dirty="0"/>
              <a:t>National Textile University</a:t>
            </a:r>
            <a:r>
              <a:rPr lang="en-US" dirty="0"/>
              <a:t> with a </a:t>
            </a:r>
            <a:r>
              <a:rPr lang="en-US" b="1" dirty="0"/>
              <a:t>CGPA of 3.91</a:t>
            </a:r>
            <a:r>
              <a:rPr lang="en-US" dirty="0"/>
              <a:t>. I am passionate about </a:t>
            </a:r>
            <a:r>
              <a:rPr lang="en-US" b="1" dirty="0"/>
              <a:t>Machine Learning</a:t>
            </a:r>
            <a:r>
              <a:rPr lang="en-US" dirty="0"/>
              <a:t>, and I also have a strong interest in </a:t>
            </a:r>
            <a:r>
              <a:rPr lang="en-US" b="1" dirty="0"/>
              <a:t>Data Visualization</a:t>
            </a:r>
            <a:r>
              <a:rPr lang="en-US" dirty="0"/>
              <a:t> and </a:t>
            </a:r>
            <a:r>
              <a:rPr lang="en-US" b="1" dirty="0"/>
              <a:t>Automation</a:t>
            </a:r>
            <a:r>
              <a:rPr lang="en-US" dirty="0"/>
              <a:t>.</a:t>
            </a:r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247776-6052-47D7-837C-56D2EC10F97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1687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Data anonymization</a:t>
            </a:r>
            <a:r>
              <a:rPr lang="en-US" dirty="0"/>
              <a:t> is the process of </a:t>
            </a:r>
            <a:r>
              <a:rPr lang="en-US" b="1" dirty="0"/>
              <a:t>protecting people’s privacy</a:t>
            </a:r>
            <a:r>
              <a:rPr lang="en-US" dirty="0"/>
              <a:t> by removing or modifying </a:t>
            </a:r>
            <a:r>
              <a:rPr lang="en-US" b="1" dirty="0"/>
              <a:t>personal or sensitive information</a:t>
            </a:r>
            <a:r>
              <a:rPr lang="en-US" dirty="0"/>
              <a:t> in a dataset so that individuals </a:t>
            </a:r>
            <a:r>
              <a:rPr lang="en-US" b="1" dirty="0"/>
              <a:t>cannot be identified</a:t>
            </a:r>
            <a:r>
              <a:rPr lang="en-US" dirty="0"/>
              <a:t>.</a:t>
            </a:r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247776-6052-47D7-837C-56D2EC10F97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9722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D1035-DBC2-CC26-210F-E203DC9C10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4D9031-327D-25B0-8BA6-AAEC36B888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3D0A99-36E6-60BA-C942-7680B0612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3550E-72EF-4201-BCB0-487A7DCA42AB}" type="datetime1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AE3748-E579-3262-3CF0-BDF8DE767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F46D7C-A205-1685-BA9B-99F29856F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73423-8719-4DF8-AC87-19FD764A18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125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565CB-F093-DCB8-2E16-6D39C95C7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2D5ACB-DA49-CD62-0B0C-980EFCDFE9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798D8-714B-6697-585D-6934104C3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D9307-26D8-4C04-A429-A6C5D276B547}" type="datetime1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092F13-CC08-FB86-EF86-A1D484ADD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F954E3-6430-8B6F-8930-DD96177EC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73423-8719-4DF8-AC87-19FD764A18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217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F3C02-AEEF-C83D-C5F7-7412AE3F3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F2C4AC-2904-8F11-FA03-3076ABC7EE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CA52F8-C63C-A993-2CA4-F43AECFA6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5F0FC-250B-487E-9A54-1A6BDFA84951}" type="datetime1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E16A44-1A03-1E6D-314C-D39B051F5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941D3-1CBD-38D8-1C90-0B3136A12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73423-8719-4DF8-AC87-19FD764A18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817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AC6BB-784F-D16C-A264-020CD2347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6EDA4-3B06-7DF7-37DA-D0B8E93A0A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B28CF4-6D5D-5A8B-115B-2F597CC33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12B0CD-A45E-F14C-9B36-B7D0E7F77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7B029-91A8-443A-84BF-0CB7767EA23E}" type="datetime1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D074E8-7FAE-7E49-18A3-C91C744C4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49DA09-E262-183C-607D-B6394FDB6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73423-8719-4DF8-AC87-19FD764A18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439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9C038-CC91-6B8B-8BEE-9A1AF184D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B829F3-3584-9AE1-2873-D227A9DFC4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43114B-1EC2-9DF5-A57A-3E78A6C8D9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9A2B42-80EE-F06A-80C3-EA3015660B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14C6B0-3F8A-9F41-8A85-CF2F1B0908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3B38D8-6387-11C9-8D70-56CE56EEF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34353-DD8B-4518-AF81-F04D98771642}" type="datetime1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20C170-9160-82EA-5A3F-0D44725D7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C3CEC8-B9DD-E0A1-E898-4A67BD49E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73423-8719-4DF8-AC87-19FD764A18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630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029E9-F943-F73B-0DCE-F486FE280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FF3005-DAEF-5411-F23F-A73D74B22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F459A-4E51-48B5-80E4-E15175D19423}" type="datetime1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F684D6-D0F1-AFDB-89B1-4B87C9AE6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AE87FE-6099-99E5-C1AE-BDAEA51FF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73423-8719-4DF8-AC87-19FD764A18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688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B2159D-AE0A-D47E-E711-B076C38CA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8D707-8581-4C58-87DE-80B2D18C0929}" type="datetime1">
              <a:rPr lang="en-US" smtClean="0"/>
              <a:t>2/11/2026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3FADDB-B1A4-A77A-0C85-35A7737D8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C26A85-611E-F4C4-C837-30DAB181B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73423-8719-4DF8-AC87-19FD764A18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644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283BD-AE17-71B8-CB8D-87BE31331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ADC97-8EC4-4845-01FB-51BC06E8E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2DA4C9-3712-5E42-3FDA-21CF319BD7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542223-A911-23AF-F278-D1CD473C2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12BC6-B646-4AE7-89A5-03D7603CB1C2}" type="datetime1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F8B817-77C3-C714-586F-49BFEF34C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E80B8F-B98A-A144-23FD-AE20013B0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73423-8719-4DF8-AC87-19FD764A18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792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2B2C6-85EA-1D8D-1B2A-BAB0859B6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44B532-37D3-7FED-8748-9B61893160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EFAEEF-3729-1B58-F1C8-64E6905312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D526A3-D734-FD89-EB15-C25E0D3C4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ABCC4-B78F-4547-A1DB-7FABAF31D4E0}" type="datetime1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C3AA10-6CCF-CAA5-B651-DABCB3193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88DF79-9F60-EF2E-01E4-89271A49B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73423-8719-4DF8-AC87-19FD764A18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432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8619A-FF81-E215-90D5-4E77BCBA3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2C352A-4C3B-75D6-4062-8884C5C94F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CC50F2-A8A6-069B-AB68-1709103E7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99012-CF9A-4BC3-90BB-D34D5059D2D3}" type="datetime1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BBC62-D2E5-4998-4713-609C11E3F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0C6141-264F-E8D7-C2B3-EE90F48FC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73423-8719-4DF8-AC87-19FD764A18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125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7E2DBE-941D-EB88-2A5B-E36DF74F89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F88492-2B67-21F9-BA51-FC48C0B83A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063C72-07D9-AF41-4E60-92C08C801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9777D-1BD5-4B41-BBE1-0E494045C8D2}" type="datetime1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FB7FAB-CC1D-D559-B180-20A1B4300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FA28C0-0C77-8A23-5279-EAB69110E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73423-8719-4DF8-AC87-19FD764A18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770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D52945-9804-074D-44B3-9692F13E6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1E3ADD-A6C1-BEF5-0683-D1FCB3367E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2C665-5C60-AAB9-E5DD-B05BB16E6F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91D4A5-FA8D-4F49-8A3E-4BE9D1C2355F}" type="datetime1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7ECF2-8C5E-7609-4812-BCFDF2C63B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BD1957-1689-2DB8-9A14-1E32B4C06F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F73423-8719-4DF8-AC87-19FD764A18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413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278ADA9-6383-4BDD-80D2-8899A4026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4B7147-B0F6-40ED-B5A2-FF72BC819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B36D2DE0-0628-4A9A-A59D-7BA8B5EB3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" name="Oval 209">
            <a:extLst>
              <a:ext uri="{FF2B5EF4-FFF2-40B4-BE49-F238E27FC236}">
                <a16:creationId xmlns:a16="http://schemas.microsoft.com/office/drawing/2014/main" id="{48E405C9-94BE-41DA-928C-DEC9A8550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359524-EDB9-BED7-7DAE-4BAA9CA07B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97198" y="2538483"/>
            <a:ext cx="4885964" cy="1389389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 Abdul Rehman</a:t>
            </a:r>
            <a:br>
              <a:rPr lang="en-US" sz="6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US" sz="4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Shakeel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A9BBF7-AD83-FC01-3072-03B8EA53A2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15031" y="4076802"/>
            <a:ext cx="5591912" cy="1534587"/>
          </a:xfrm>
        </p:spPr>
        <p:txBody>
          <a:bodyPr>
            <a:normAutofit/>
          </a:bodyPr>
          <a:lstStyle/>
          <a:p>
            <a:r>
              <a:rPr lang="en-US" sz="2600" dirty="0"/>
              <a:t>BS Computer Science,</a:t>
            </a:r>
            <a:br>
              <a:rPr lang="en-US" sz="2600" dirty="0"/>
            </a:br>
            <a:r>
              <a:rPr lang="en-US" sz="2600" dirty="0"/>
              <a:t>National Textile University</a:t>
            </a:r>
          </a:p>
          <a:p>
            <a:r>
              <a:rPr lang="en-US" sz="2600" dirty="0"/>
              <a:t>CGPA: 3.08/4.00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9477EF-5A73-6E41-E8DC-46C209C85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7444" y="6356350"/>
            <a:ext cx="88635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CF73423-8719-4DF8-AC87-19FD764A1890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211" name="Arc 210">
            <a:extLst>
              <a:ext uri="{FF2B5EF4-FFF2-40B4-BE49-F238E27FC236}">
                <a16:creationId xmlns:a16="http://schemas.microsoft.com/office/drawing/2014/main" id="{D2091A72-D5BB-42AC-8FD3-F7747D908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222429" flipV="1">
            <a:off x="2494119" y="6170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2" name="Oval 211">
            <a:extLst>
              <a:ext uri="{FF2B5EF4-FFF2-40B4-BE49-F238E27FC236}">
                <a16:creationId xmlns:a16="http://schemas.microsoft.com/office/drawing/2014/main" id="{6ED12BFC-A737-46AF-8411-481112D54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0995" y="5310973"/>
            <a:ext cx="705948" cy="68679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6810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023B8-0896-25E0-461B-D444881F8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420E17-B8DC-3DB6-6B30-08744E7BC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73423-8719-4DF8-AC87-19FD764A1890}" type="slidenum">
              <a:rPr lang="en-US" smtClean="0"/>
              <a:t>2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899F52B-8ED8-6B1C-879B-EB340C99E8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47530" y="3291126"/>
            <a:ext cx="9511747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PK" altLang="en-PK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From a family of Computer Science enthusiasts.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PK" altLang="en-PK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Passionate about </a:t>
            </a:r>
            <a:r>
              <a:rPr kumimoji="0" lang="en-PK" altLang="en-PK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</a:t>
            </a:r>
            <a:r>
              <a:rPr kumimoji="0" lang="en-PK" altLang="en-PK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PK" altLang="en-PK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Deep Learning</a:t>
            </a:r>
            <a:r>
              <a:rPr kumimoji="0" lang="en-PK" altLang="en-PK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757239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A16B4-85D2-B6D7-4DA3-36FAF57D1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F4CD5-B0B1-677A-74C0-3F890F2FF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Experience and Skills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39A233-D1FF-9DAA-8D51-E3A4F7598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3639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b="1" dirty="0"/>
              <a:t>Practical  Experience in Machine Learning </a:t>
            </a:r>
          </a:p>
          <a:p>
            <a:pPr marL="0" indent="0">
              <a:buNone/>
            </a:pPr>
            <a:r>
              <a:rPr lang="en-US" sz="2600" dirty="0"/>
              <a:t>FortiQore  Pvt. Ltd. Faisalabad, Pakistan (01 July 2025 – 15 September 2025)</a:t>
            </a:r>
          </a:p>
          <a:p>
            <a:pPr marL="0" indent="0">
              <a:buNone/>
            </a:pPr>
            <a:r>
              <a:rPr lang="en-US" sz="2600" b="1" dirty="0"/>
              <a:t>Responsibilities:</a:t>
            </a:r>
            <a:r>
              <a:rPr lang="en-US" altLang="en-PK" sz="2600" dirty="0">
                <a:latin typeface="Arial" panose="020B0604020202020204" pitchFamily="34" charset="0"/>
              </a:rPr>
              <a:t> </a:t>
            </a:r>
            <a:endParaRPr lang="en-US" sz="2600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A849D5-ED6F-7598-533B-BCED334CA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73423-8719-4DF8-AC87-19FD764A1890}" type="slidenum">
              <a:rPr lang="en-US" smtClean="0"/>
              <a:t>3</a:t>
            </a:fld>
            <a:endParaRPr lang="en-US"/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75D7B14E-DE80-34FE-3DDB-EC3B68400A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1A32154-BDD6-8C0B-F4DC-D56764E45F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041371"/>
            <a:ext cx="10031858" cy="2492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Collected and cleaned data.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Prepared data for machine learning models.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Trained machine learning models on real data.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Checked model results and performance.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600" dirty="0"/>
              <a:t>Built </a:t>
            </a:r>
            <a:r>
              <a:rPr lang="en-US" sz="2600" b="1" dirty="0"/>
              <a:t>user interface using Stream lit</a:t>
            </a:r>
            <a:r>
              <a:rPr lang="en-US" sz="2600" dirty="0"/>
              <a:t> and connected machine learning models on the </a:t>
            </a:r>
            <a:r>
              <a:rPr lang="en-US" sz="2600" b="1" dirty="0"/>
              <a:t>backend</a:t>
            </a:r>
            <a:r>
              <a:rPr lang="en-US" sz="2600" dirty="0"/>
              <a:t>.</a:t>
            </a:r>
            <a:r>
              <a:rPr kumimoji="0" lang="en-PK" altLang="en-PK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902663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09E39-2128-66E7-24E9-28DE3D97C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8E2D9-0404-37CA-A226-7FDDCC69A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8833" y="365125"/>
            <a:ext cx="10515600" cy="1325563"/>
          </a:xfrm>
        </p:spPr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Experience and Skills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FC3DB-9296-908C-9C95-EE33F9B41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8833" y="144793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b="1" dirty="0"/>
              <a:t>Research Experience</a:t>
            </a:r>
          </a:p>
          <a:p>
            <a:pPr marL="0" indent="0">
              <a:buNone/>
            </a:pPr>
            <a:r>
              <a:rPr lang="en-US" sz="2600" b="1" dirty="0"/>
              <a:t>Final Year Project – Real-Time Child Monitoring and Alert System</a:t>
            </a:r>
          </a:p>
          <a:p>
            <a:pPr marL="0" indent="0">
              <a:buNone/>
            </a:pPr>
            <a:endParaRPr lang="en-US" sz="2600" b="1" dirty="0"/>
          </a:p>
          <a:p>
            <a:r>
              <a:rPr lang="en-US" sz="2600" dirty="0"/>
              <a:t>Developed an </a:t>
            </a:r>
            <a:r>
              <a:rPr lang="en-US" sz="2600" b="1" dirty="0"/>
              <a:t>AI-based app</a:t>
            </a:r>
            <a:r>
              <a:rPr lang="en-US" sz="2600" dirty="0"/>
              <a:t> that monitors a child’s activity and sends </a:t>
            </a:r>
            <a:r>
              <a:rPr lang="en-US" sz="2600" b="1" dirty="0"/>
              <a:t>real-time notifications to parents</a:t>
            </a:r>
            <a:r>
              <a:rPr lang="en-US" sz="2600" dirty="0"/>
              <a:t> if inappropriate content is detected.</a:t>
            </a:r>
          </a:p>
          <a:p>
            <a:r>
              <a:rPr lang="en-US" sz="2600" dirty="0"/>
              <a:t>Implemented </a:t>
            </a:r>
            <a:r>
              <a:rPr lang="en-US" sz="2600" b="1" dirty="0"/>
              <a:t>automatic website/app blocking</a:t>
            </a:r>
            <a:r>
              <a:rPr lang="en-US" sz="2600" dirty="0"/>
              <a:t> until parents unblock.</a:t>
            </a:r>
          </a:p>
          <a:p>
            <a:r>
              <a:rPr lang="en-US" sz="2600" dirty="0"/>
              <a:t>Gained experience in </a:t>
            </a:r>
            <a:r>
              <a:rPr lang="en-US" sz="2600" b="1" dirty="0"/>
              <a:t>machine learning, pattern recognition, and real-time system automation</a:t>
            </a:r>
            <a:r>
              <a:rPr lang="en-US" sz="2600" dirty="0"/>
              <a:t>.</a:t>
            </a:r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140E08-B41B-3CD3-F001-41EE746F3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73423-8719-4DF8-AC87-19FD764A189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2780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25B97-1290-FFA5-6F45-67F816908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Experience and Skills</a:t>
            </a:r>
            <a:endParaRPr lang="en-PK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A1BF9-8CAD-F9F0-95B1-7795417A9F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2628" y="1474750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2600" b="1" dirty="0"/>
              <a:t>Semester Project of Machine Learning Course </a:t>
            </a:r>
          </a:p>
          <a:p>
            <a:pPr marL="0" indent="0">
              <a:buNone/>
            </a:pPr>
            <a:r>
              <a:rPr lang="en-US" sz="2600" dirty="0"/>
              <a:t>National Textile University Faisalabad, Pakistan (15 Nov 2025 – 5 Jan 2026)</a:t>
            </a:r>
          </a:p>
          <a:p>
            <a:pPr marL="0" indent="0">
              <a:buNone/>
            </a:pPr>
            <a:r>
              <a:rPr lang="en-US" sz="2600" b="1" dirty="0"/>
              <a:t>RealTime Rainfall Prediction</a:t>
            </a:r>
          </a:p>
          <a:p>
            <a:pPr marL="0" indent="0">
              <a:buNone/>
            </a:pPr>
            <a:endParaRPr lang="en-US" sz="2600" b="1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FE235F-9A9F-2BC1-C98D-630366F97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73423-8719-4DF8-AC87-19FD764A1890}" type="slidenum">
              <a:rPr lang="en-US" smtClean="0"/>
              <a:t>5</a:t>
            </a:fld>
            <a:endParaRPr 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2512E63-1BD1-FB5B-0B4A-C7C1D4F50C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8124" y="3198119"/>
            <a:ext cx="9034076" cy="289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Trained ML model using </a:t>
            </a:r>
            <a:r>
              <a:rPr kumimoji="0" lang="en-PK" altLang="en-PK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Kaggle weather dataset</a:t>
            </a:r>
            <a:r>
              <a:rPr kumimoji="0" lang="en-PK" altLang="en-PK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Pre-processed data and selected relevant features.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Integrated </a:t>
            </a:r>
            <a:r>
              <a:rPr kumimoji="0" lang="en-PK" altLang="en-PK" sz="2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OpenWeather</a:t>
            </a:r>
            <a:r>
              <a:rPr kumimoji="0" lang="en-PK" altLang="en-PK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API</a:t>
            </a:r>
            <a:r>
              <a:rPr kumimoji="0" lang="en-PK" altLang="en-PK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real-time weather data.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Extracted live features based on user-selected location.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Passed real-time data to trained model for prediction.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Predicted </a:t>
            </a:r>
            <a:r>
              <a:rPr kumimoji="0" lang="en-PK" altLang="en-PK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Rain / No Rain</a:t>
            </a:r>
            <a:r>
              <a:rPr kumimoji="0" lang="en-PK" altLang="en-PK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machine learning.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Built a simple </a:t>
            </a:r>
            <a:r>
              <a:rPr kumimoji="0" lang="en-PK" altLang="en-PK" sz="2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PK" altLang="en-PK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interface</a:t>
            </a:r>
            <a:r>
              <a:rPr kumimoji="0" lang="en-PK" altLang="en-PK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users.</a:t>
            </a:r>
          </a:p>
        </p:txBody>
      </p:sp>
    </p:spTree>
    <p:extLst>
      <p:ext uri="{BB962C8B-B14F-4D97-AF65-F5344CB8AC3E}">
        <p14:creationId xmlns:p14="http://schemas.microsoft.com/office/powerpoint/2010/main" val="4002082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1BADD-DE46-FBC1-5E72-3DAB29B5C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Experience and Skills</a:t>
            </a:r>
            <a:endParaRPr lang="en-PK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D156F0-3997-004E-8EE4-A9DC642B6C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3700" b="1" dirty="0"/>
              <a:t>Semester Project of Introduction To AI Course</a:t>
            </a:r>
          </a:p>
          <a:p>
            <a:pPr marL="0" indent="0">
              <a:buNone/>
            </a:pPr>
            <a:r>
              <a:rPr lang="en-US" sz="3700" dirty="0"/>
              <a:t>National Textile University Faisalabad, Pakistan (15 April 2025 –20 June 2025)</a:t>
            </a:r>
          </a:p>
          <a:p>
            <a:pPr marL="0" indent="0">
              <a:buNone/>
            </a:pPr>
            <a:endParaRPr lang="en-US" sz="3700" dirty="0"/>
          </a:p>
          <a:p>
            <a:pPr marL="0" indent="0">
              <a:buNone/>
            </a:pPr>
            <a:r>
              <a:rPr lang="en-US" sz="3700" b="1" dirty="0"/>
              <a:t>Data Anonymization and Its Trade-offs</a:t>
            </a:r>
          </a:p>
          <a:p>
            <a:r>
              <a:rPr lang="en-US" sz="3700" dirty="0"/>
              <a:t>Cleaned and preprocessed real-world datasets.</a:t>
            </a:r>
          </a:p>
          <a:p>
            <a:r>
              <a:rPr lang="en-US" sz="3700" dirty="0"/>
              <a:t>Applied data anonymization techniques to protect sensitive information.</a:t>
            </a:r>
          </a:p>
          <a:p>
            <a:r>
              <a:rPr lang="en-US" sz="3700" dirty="0"/>
              <a:t>Trained models on original and anonymized data.</a:t>
            </a:r>
          </a:p>
          <a:p>
            <a:r>
              <a:rPr lang="en-US" sz="3700" dirty="0"/>
              <a:t>Evaluated and compared </a:t>
            </a:r>
            <a:r>
              <a:rPr lang="en-US" sz="3700" b="1" dirty="0"/>
              <a:t>model accuracy</a:t>
            </a:r>
            <a:r>
              <a:rPr lang="en-US" sz="3700" dirty="0"/>
              <a:t> in both cases.</a:t>
            </a:r>
          </a:p>
          <a:p>
            <a:r>
              <a:rPr lang="en-US" sz="3700" dirty="0"/>
              <a:t>Analyzed the impact of anonymization on </a:t>
            </a:r>
            <a:r>
              <a:rPr lang="en-US" sz="3700" b="1" dirty="0"/>
              <a:t>data quality and accuracy</a:t>
            </a:r>
            <a:r>
              <a:rPr lang="en-US" sz="3700" dirty="0"/>
              <a:t>.</a:t>
            </a:r>
          </a:p>
          <a:p>
            <a:r>
              <a:rPr lang="en-US" sz="3700" dirty="0"/>
              <a:t>Studied the trade-off between </a:t>
            </a:r>
            <a:r>
              <a:rPr lang="en-US" sz="3700" b="1" dirty="0"/>
              <a:t>privacy protection and model performance</a:t>
            </a:r>
            <a:r>
              <a:rPr lang="en-US" sz="3700" dirty="0"/>
              <a:t>.</a:t>
            </a:r>
          </a:p>
          <a:p>
            <a:pPr marL="0" indent="0">
              <a:buNone/>
            </a:pPr>
            <a:endParaRPr lang="en-US" sz="3700" b="1" dirty="0"/>
          </a:p>
          <a:p>
            <a:pPr marL="0" indent="0">
              <a:buNone/>
            </a:pPr>
            <a:endParaRPr lang="en-US" sz="3700" b="1" dirty="0"/>
          </a:p>
          <a:p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94E9CB-667D-2015-E45B-A2C99DD1E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73423-8719-4DF8-AC87-19FD764A189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680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8BB9F-9309-3037-435B-0EC7249D2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Experience and Skill</a:t>
            </a:r>
            <a:endParaRPr lang="en-PK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CB4CB-2F4F-5ADD-7135-45C7AC066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8303"/>
            <a:ext cx="10515600" cy="47540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b="1" dirty="0"/>
              <a:t>Practical  Experience in Python</a:t>
            </a:r>
          </a:p>
          <a:p>
            <a:pPr marL="0" indent="0">
              <a:buNone/>
            </a:pPr>
            <a:r>
              <a:rPr lang="en-US" sz="2600" dirty="0" err="1"/>
              <a:t>CosmiCode</a:t>
            </a:r>
            <a:r>
              <a:rPr lang="en-US" sz="2600" dirty="0"/>
              <a:t> Pvt. Ltd. Faisalabad, Pakistan (01 Aug 2025 – 30 Oct 2025)</a:t>
            </a:r>
            <a:endParaRPr lang="en-US" sz="2600" b="1" dirty="0"/>
          </a:p>
          <a:p>
            <a:pPr marL="0" indent="0">
              <a:buNone/>
            </a:pPr>
            <a:r>
              <a:rPr lang="en-US" sz="2600" b="1" dirty="0"/>
              <a:t>Responsibilities:</a:t>
            </a:r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6C9402-C5E4-412B-2DBC-E99A47036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73423-8719-4DF8-AC87-19FD764A1890}" type="slidenum">
              <a:rPr lang="en-US" smtClean="0"/>
              <a:t>7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01660D0-142E-D128-B266-96933F96BB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713866"/>
            <a:ext cx="11039061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Worked as a </a:t>
            </a:r>
            <a:r>
              <a:rPr kumimoji="0" lang="en-PK" altLang="en-PK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Intern</a:t>
            </a:r>
            <a:r>
              <a:rPr kumimoji="0" lang="en-PK" altLang="en-PK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practiced Python programming on real tasks.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Wrote </a:t>
            </a:r>
            <a:r>
              <a:rPr kumimoji="0" lang="en-PK" altLang="en-PK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basic Python programs</a:t>
            </a:r>
            <a:r>
              <a:rPr kumimoji="0" lang="en-PK" altLang="en-PK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problem-solving and logic building.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Worked on </a:t>
            </a:r>
            <a:r>
              <a:rPr kumimoji="0" lang="en-PK" altLang="en-PK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handling</a:t>
            </a:r>
            <a:r>
              <a:rPr kumimoji="0" lang="en-PK" altLang="en-PK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lists, dictionaries, and files.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Python libraries like </a:t>
            </a:r>
            <a:r>
              <a:rPr kumimoji="0" lang="en-PK" altLang="en-PK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NumPy and Pandas (basic level)</a:t>
            </a:r>
            <a:r>
              <a:rPr kumimoji="0" lang="en-PK" altLang="en-PK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Learned </a:t>
            </a:r>
            <a:r>
              <a:rPr kumimoji="0" lang="en-PK" altLang="en-PK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debugging</a:t>
            </a:r>
            <a:r>
              <a:rPr kumimoji="0" lang="en-PK" altLang="en-PK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fixing errors in Python code.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Followed </a:t>
            </a:r>
            <a:r>
              <a:rPr kumimoji="0" lang="en-PK" altLang="en-PK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clean coding practices</a:t>
            </a:r>
            <a:r>
              <a:rPr kumimoji="0" lang="en-PK" altLang="en-PK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proper program structure.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Improved </a:t>
            </a:r>
            <a:r>
              <a:rPr kumimoji="0" lang="en-PK" altLang="en-PK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logical thinking</a:t>
            </a:r>
            <a:r>
              <a:rPr kumimoji="0" lang="en-PK" altLang="en-PK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confidence in Python programming</a:t>
            </a:r>
            <a:r>
              <a:rPr kumimoji="0" lang="en-PK" altLang="en-PK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103984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1A6B354-9128-496B-B818-0497FD63A0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029" y="811011"/>
            <a:ext cx="7296722" cy="515878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096752-8BFB-370A-A002-2B4931A85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73423-8719-4DF8-AC87-19FD764A1890}" type="slidenum">
              <a:rPr lang="en-US" smtClean="0"/>
              <a:t>8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950692-3297-C698-6EF3-D34B895D77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0779" y="592000"/>
            <a:ext cx="8872212" cy="626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4884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DD8E55-C78F-B92F-5D0F-FBADFC200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CF73423-8719-4DF8-AC87-19FD764A1890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9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3BF733C-12CB-C31F-9CC2-3D521047FC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1429" y="279400"/>
            <a:ext cx="4139273" cy="585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1835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C00F1-E5F9-9E09-AB27-F7BF4756F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Experience and Skill</a:t>
            </a:r>
            <a:endParaRPr lang="en-PK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B9379-145A-E76B-4DFC-BC477FFF7C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7938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PFTP Final Project</a:t>
            </a:r>
          </a:p>
          <a:p>
            <a:pPr marL="0" indent="0">
              <a:buNone/>
            </a:pPr>
            <a:r>
              <a:rPr lang="en-US" b="1" dirty="0"/>
              <a:t>Sentiment Analysis System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sz="2400" dirty="0"/>
              <a:t>Collected dataset from </a:t>
            </a:r>
            <a:r>
              <a:rPr lang="en-US" sz="2400" b="1" dirty="0"/>
              <a:t>Kaggle</a:t>
            </a:r>
            <a:r>
              <a:rPr lang="en-US" sz="2400" dirty="0"/>
              <a:t>.</a:t>
            </a:r>
            <a:endParaRPr lang="en-US" sz="2600" dirty="0"/>
          </a:p>
          <a:p>
            <a:r>
              <a:rPr lang="en-US" sz="2600" dirty="0"/>
              <a:t>Performed </a:t>
            </a:r>
            <a:r>
              <a:rPr lang="en-US" sz="2600" b="1" dirty="0"/>
              <a:t>data preprocessing</a:t>
            </a:r>
            <a:r>
              <a:rPr lang="en-US" sz="2600" dirty="0"/>
              <a:t>:</a:t>
            </a:r>
          </a:p>
          <a:p>
            <a:pPr lvl="1"/>
            <a:r>
              <a:rPr lang="en-US" sz="2600" dirty="0"/>
              <a:t>Removed stop words</a:t>
            </a:r>
          </a:p>
          <a:p>
            <a:pPr lvl="1"/>
            <a:r>
              <a:rPr lang="en-US" sz="2600" dirty="0"/>
              <a:t>Cleaned HTML tags</a:t>
            </a:r>
          </a:p>
          <a:p>
            <a:pPr lvl="1"/>
            <a:r>
              <a:rPr lang="en-US" sz="2600" dirty="0"/>
              <a:t>Removed emojis and special characters</a:t>
            </a:r>
          </a:p>
          <a:p>
            <a:r>
              <a:rPr lang="en-US" sz="2600" dirty="0"/>
              <a:t>Converted text into numerical representations using </a:t>
            </a:r>
            <a:r>
              <a:rPr lang="en-US" sz="2600" b="1" dirty="0"/>
              <a:t>embedding techniques</a:t>
            </a:r>
            <a:r>
              <a:rPr lang="en-US" sz="2600" dirty="0"/>
              <a:t> suitable for machine learning models.</a:t>
            </a:r>
          </a:p>
          <a:p>
            <a:r>
              <a:rPr lang="en-US" sz="2600" dirty="0"/>
              <a:t>Trained ML models to </a:t>
            </a:r>
            <a:r>
              <a:rPr lang="en-US" sz="2600" b="1" dirty="0"/>
              <a:t>classify text sentiment</a:t>
            </a:r>
            <a:r>
              <a:rPr lang="en-US" sz="2600" dirty="0"/>
              <a:t> (e.g., positive, negative, neutral).</a:t>
            </a:r>
          </a:p>
          <a:p>
            <a:r>
              <a:rPr lang="en-US" sz="2600" dirty="0"/>
              <a:t>Evaluated the model to ensure </a:t>
            </a:r>
            <a:r>
              <a:rPr lang="en-US" sz="2600" b="1" dirty="0"/>
              <a:t>accurate sentiment predictions</a:t>
            </a:r>
            <a:r>
              <a:rPr lang="en-US" sz="2600" dirty="0"/>
              <a:t>.</a:t>
            </a:r>
          </a:p>
          <a:p>
            <a:pPr marL="0" indent="0">
              <a:buNone/>
            </a:pPr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D1365D-C34C-A258-0D1F-14E503434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73423-8719-4DF8-AC87-19FD764A189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4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CA534-9FF0-56ED-0592-384D379F59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3452" y="2225675"/>
            <a:ext cx="9144000" cy="2387600"/>
          </a:xfrm>
        </p:spPr>
        <p:txBody>
          <a:bodyPr/>
          <a:lstStyle/>
          <a:p>
            <a:r>
              <a:rPr lang="en-US" sz="9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CERTIFICATES</a:t>
            </a:r>
            <a:br>
              <a:rPr lang="en-US" dirty="0"/>
            </a:br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C5EF70-9D5E-B34E-BB92-2318D4CC8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73423-8719-4DF8-AC87-19FD764A189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4354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F879AC3-D4CE-493C-ADC7-06205677F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36F0DFD-0954-464F-BF12-DD2E6F6E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253D14-A944-1D56-B6B9-E0A61B192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CF73423-8719-4DF8-AC87-19FD764A1890}" type="slidenum">
              <a:rPr lang="en-US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12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A2755F-139F-CC12-84C8-AE0934000E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5600" y="691927"/>
            <a:ext cx="7880800" cy="5485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1595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FD838E-5E2F-7496-5CF2-B56171387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F879AC3-D4CE-493C-ADC7-06205677F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36F0DFD-0954-464F-BF12-DD2E6F6E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FCCBB4-8ECE-3B4C-5579-910C29A1D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CF73423-8719-4DF8-AC87-19FD764A1890}" type="slidenum">
              <a:rPr lang="en-US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13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5C0F55-D2E6-2343-C11D-D478BB3B19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3364" y="1199839"/>
            <a:ext cx="5525271" cy="4458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1208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36E6B8-43CC-8137-74A8-9A9BF103F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095CDD7-0D36-E0E0-6D18-6146CD8DC2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CDE627E-23DF-F9DB-5161-C18879DFA3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9D809A-AD7D-C67C-3C5F-E557CB968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CF73423-8719-4DF8-AC87-19FD764A1890}" type="slidenum">
              <a:rPr lang="en-US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14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21F946-CB52-4175-E4FA-F3180B4C3E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9548" y="1276049"/>
            <a:ext cx="5572903" cy="4305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9577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2818E0-5155-00E9-0153-55727DBB9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CF73423-8719-4DF8-AC87-19FD764A1890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15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F79976-4E4D-DDF9-13EE-5706D5C72E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9837" y="728285"/>
            <a:ext cx="6992326" cy="540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8218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A0D2EC-A907-33DA-6AF4-B549E32E0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B5D583-6DC5-C6CD-E633-FCD06C574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CF73423-8719-4DF8-AC87-19FD764A1890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16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A25993-F099-20A3-1E91-47DB43E5BA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5074" y="723522"/>
            <a:ext cx="7001852" cy="541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5508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405FD7-9474-265C-4A65-A507B44B2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A03C4E-1C49-CB97-6BFD-0787BC1B1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CF73423-8719-4DF8-AC87-19FD764A1890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17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0713BF-88D8-5CB5-FD3E-7E773FF3A6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311" y="723522"/>
            <a:ext cx="7011378" cy="541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1811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41C2638-6CEB-EF25-DBBE-6778EF578B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35829" y="-36030"/>
            <a:ext cx="4437899" cy="625056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15A0AF-2767-2325-AE40-ACDC6BD4B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CF73423-8719-4DF8-AC87-19FD764A1890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18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51398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89E0F-610A-D5C8-E08F-F805516BE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8075B-153D-ECE5-F785-B72FF98B8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Experience and Skills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7D26F-2A6A-9BBE-E424-824ACC5723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2052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b="1" dirty="0"/>
              <a:t> Soft-Skills</a:t>
            </a:r>
          </a:p>
          <a:p>
            <a:pPr marL="0" indent="0">
              <a:buNone/>
            </a:pPr>
            <a:endParaRPr lang="en-US" sz="3000" b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507E4E-141C-96AC-2DD6-9ABB58CB7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73423-8719-4DF8-AC87-19FD764A1890}" type="slidenum">
              <a:rPr lang="en-US" smtClean="0"/>
              <a:t>19</a:t>
            </a:fld>
            <a:endParaRPr 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AF6716DB-52F4-3DAB-01F7-4B338BC4E6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4097" y="2056849"/>
            <a:ext cx="8624477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PK" altLang="en-P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Good at solving problems and thinking clearly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PK" altLang="en-P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 work well with others and communicate ideas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PK" altLang="en-P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 time and adapt to changes easily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PK" altLang="en-P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Careful and pay attention to details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PK" altLang="en-P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Take initiative and can lead when needed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PK" altLang="en-P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Creative and think of new ideas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PK" altLang="en-P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Patient and keep trying until I succeed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PK" altLang="en-P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 new things quickly</a:t>
            </a:r>
          </a:p>
        </p:txBody>
      </p:sp>
    </p:spTree>
    <p:extLst>
      <p:ext uri="{BB962C8B-B14F-4D97-AF65-F5344CB8AC3E}">
        <p14:creationId xmlns:p14="http://schemas.microsoft.com/office/powerpoint/2010/main" val="20441743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4295FC-A6F6-422A-3454-9B81C867C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 fontScale="90000"/>
          </a:bodyPr>
          <a:lstStyle/>
          <a:p>
            <a:r>
              <a:rPr lang="en-US" sz="54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Some Glimpse of  Extracurricular Activities:</a:t>
            </a:r>
            <a:endParaRPr lang="en-PK" sz="5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1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D2CF-D38E-6E17-6EC4-4C192C697A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b="1" dirty="0"/>
              <a:t>Co-President, Society of Computer Science (15 Oct 2025 - …..)</a:t>
            </a:r>
          </a:p>
          <a:p>
            <a:r>
              <a:rPr lang="en-US" sz="2200" dirty="0"/>
              <a:t>Organized </a:t>
            </a:r>
            <a:r>
              <a:rPr lang="en-US" sz="2200" b="1" dirty="0"/>
              <a:t>seminars, talks, and career guidance sessions</a:t>
            </a:r>
            <a:r>
              <a:rPr lang="en-US" sz="2200" dirty="0"/>
              <a:t> for students.</a:t>
            </a:r>
          </a:p>
          <a:p>
            <a:r>
              <a:rPr lang="en-US" sz="2200" dirty="0"/>
              <a:t>Invited </a:t>
            </a:r>
            <a:r>
              <a:rPr lang="en-US" sz="2200" b="1" dirty="0"/>
              <a:t>industry experts and speakers</a:t>
            </a:r>
            <a:r>
              <a:rPr lang="en-US" sz="2200" dirty="0"/>
              <a:t> to share knowledge.</a:t>
            </a:r>
          </a:p>
          <a:p>
            <a:r>
              <a:rPr lang="en-US" sz="2200" dirty="0"/>
              <a:t>Planned </a:t>
            </a:r>
            <a:r>
              <a:rPr lang="en-US" sz="2200" b="1" dirty="0"/>
              <a:t>workshops and activities</a:t>
            </a:r>
            <a:r>
              <a:rPr lang="en-US" sz="2200" dirty="0"/>
              <a:t> to help students learn new skills.</a:t>
            </a:r>
          </a:p>
          <a:p>
            <a:r>
              <a:rPr lang="en-US" sz="2200" dirty="0"/>
              <a:t>Encouraged </a:t>
            </a:r>
            <a:r>
              <a:rPr lang="en-US" sz="2200" b="1" dirty="0"/>
              <a:t>student participation</a:t>
            </a:r>
            <a:r>
              <a:rPr lang="en-US" sz="2200" dirty="0"/>
              <a:t> in society events.</a:t>
            </a:r>
          </a:p>
          <a:p>
            <a:pPr marL="0" indent="0">
              <a:buNone/>
            </a:pPr>
            <a:endParaRPr lang="en-PK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980F81-10A3-04CB-D821-102FE3D51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CF73423-8719-4DF8-AC87-19FD764A1890}" type="slidenum">
              <a:rPr lang="en-US" smtClean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918907-E0C3-0FF4-4D76-E1DA925E98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1664" y="1850595"/>
            <a:ext cx="4301236" cy="4301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5044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A1AB4D-0120-9049-5231-24382317B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2B857C-1AF4-2998-00A9-DF164931F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sz="5400" b="1" dirty="0"/>
              <a:t> </a:t>
            </a:r>
            <a:r>
              <a:rPr lang="en-US" sz="54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Extracurricular Activities:</a:t>
            </a:r>
            <a:endParaRPr lang="en-PK" sz="5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6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F51FB-E0CF-D4DE-B41B-B794E802E5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1762362"/>
            <a:ext cx="6713552" cy="411917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b="1" dirty="0"/>
              <a:t>Junior Orientation Committee Member(23 Sep 2025 )</a:t>
            </a:r>
          </a:p>
          <a:p>
            <a:pPr marL="0" indent="0">
              <a:buNone/>
            </a:pPr>
            <a:endParaRPr lang="en-PK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3701FB-AA39-5CFC-8321-CE0CC59AE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CF73423-8719-4DF8-AC87-19FD764A1890}" type="slidenum">
              <a:rPr lang="en-US" smtClean="0"/>
              <a:pPr>
                <a:spcAft>
                  <a:spcPts val="600"/>
                </a:spcAft>
              </a:pPr>
              <a:t>21</a:t>
            </a:fld>
            <a:endParaRPr lang="en-US"/>
          </a:p>
        </p:txBody>
      </p:sp>
      <p:sp>
        <p:nvSpPr>
          <p:cNvPr id="17" name="Rectangle 10">
            <a:extLst>
              <a:ext uri="{FF2B5EF4-FFF2-40B4-BE49-F238E27FC236}">
                <a16:creationId xmlns:a16="http://schemas.microsoft.com/office/drawing/2014/main" id="{3CEBB7E9-E6BD-24DB-DAE2-2016BA8AAA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016" y="2885949"/>
            <a:ext cx="6536505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Helped organize the orientation for new students.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Guided and supported freshmen during their first days.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Assisted in running events and activities smoothly.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Worked with the team to make the program welcoming and fun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73F98F5-C2E6-5109-93C5-7CF33E2427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0966" y="2056027"/>
            <a:ext cx="3204541" cy="4272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2371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AFAF28-F31E-AC11-4030-05EF3A011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0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Extracurricular Activities:</a:t>
            </a:r>
            <a:endParaRPr lang="en-PK" sz="50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7612253-8C9F-A8DD-60DA-AF493B874D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0936" y="2660904"/>
            <a:ext cx="4818888" cy="354787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PK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Management during the Cisco Packet Training session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PK" sz="2000" b="1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Helped manage and organize the Cisco Packet Training session.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Assisted trainers and participants during the session.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Ensured the session ran smoothly and on time.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Supported technical setup and materials as needed.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4ECC29B-D552-285D-8C82-4379E010C8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048" y="986112"/>
            <a:ext cx="5458968" cy="488577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9ACCB4-8AC1-1DF2-55C1-CEBE54E8A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CF73423-8719-4DF8-AC87-19FD764A1890}" type="slidenum">
              <a:rPr lang="en-US" smtClean="0"/>
              <a:pPr>
                <a:spcAft>
                  <a:spcPts val="600"/>
                </a:spcAft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961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61320-02CD-4057-8A0F-468E262A3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03493"/>
            <a:ext cx="10515600" cy="2852737"/>
          </a:xfrm>
        </p:spPr>
        <p:txBody>
          <a:bodyPr/>
          <a:lstStyle/>
          <a:p>
            <a:pPr algn="ctr"/>
            <a:br>
              <a:rPr lang="en-US" dirty="0"/>
            </a:br>
            <a:r>
              <a:rPr lang="en-US" sz="8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Thank You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EC63AF-A08E-D84D-371E-16EC86238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73423-8719-4DF8-AC87-19FD764A189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9028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751</TotalTime>
  <Words>812</Words>
  <Application>Microsoft Office PowerPoint</Application>
  <PresentationFormat>Widescreen</PresentationFormat>
  <Paragraphs>128</Paragraphs>
  <Slides>23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ADLaM Display</vt:lpstr>
      <vt:lpstr>Aptos</vt:lpstr>
      <vt:lpstr>Aptos Display</vt:lpstr>
      <vt:lpstr>Arial</vt:lpstr>
      <vt:lpstr>Wingdings</vt:lpstr>
      <vt:lpstr>Office Theme</vt:lpstr>
      <vt:lpstr>M Abdul Rehman Shakeel</vt:lpstr>
      <vt:lpstr>Introduction</vt:lpstr>
      <vt:lpstr>Experience and Skills</vt:lpstr>
      <vt:lpstr>Experience and Skills</vt:lpstr>
      <vt:lpstr>Experience and Skills</vt:lpstr>
      <vt:lpstr>Experience and Skills</vt:lpstr>
      <vt:lpstr>Experience and Skill</vt:lpstr>
      <vt:lpstr>PowerPoint Presentation</vt:lpstr>
      <vt:lpstr>PowerPoint Presentation</vt:lpstr>
      <vt:lpstr>Experience and Skill</vt:lpstr>
      <vt:lpstr>CERTIFICATES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Experience and Skills</vt:lpstr>
      <vt:lpstr>Some Glimpse of  Extracurricular Activities:</vt:lpstr>
      <vt:lpstr> Extracurricular Activities:</vt:lpstr>
      <vt:lpstr>Extracurricular Activities:</vt:lpstr>
      <vt:lpstr>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REHAAN KHAN</dc:creator>
  <cp:lastModifiedBy>22-NTU-CS-1183</cp:lastModifiedBy>
  <cp:revision>96</cp:revision>
  <dcterms:created xsi:type="dcterms:W3CDTF">2024-11-08T12:43:37Z</dcterms:created>
  <dcterms:modified xsi:type="dcterms:W3CDTF">2026-02-11T18:44:26Z</dcterms:modified>
</cp:coreProperties>
</file>